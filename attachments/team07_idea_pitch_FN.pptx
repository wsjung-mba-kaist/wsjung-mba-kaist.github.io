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금융시장 스트레스 모니터링 대시보드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 · 금리 · 주가 · 변동성 지표를 활용한 금융시장 위험 수준 모니터링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6428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클라우드컴퓨팅실습 · 팀 과제 아이디어 공유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28232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IDEA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분산된 금융시장 데이터를 하나로 모아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시장의 불안 정도를 직관적으로 보여주는 대시보드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697480"/>
            <a:ext cx="73152" cy="1325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해결하려는 문제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46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금융시장 상황을 보려면 환율·금리·주가·VIX를 각각 확인해야 하고, 개별 숫자만으로는 현재 시장이 얼마나 불안한지 판단하기 어렵습니다.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420624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금융지표를 한 화면에서 통합 조회하고, 각 지표의 변화와 위험 신호를 종합하여 0~100점 및 4단계 위험수준으로 제공합니다.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금융시장 상황을 간단히 파악하려는 일반 투자자 · 시장 관심자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4173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분석 지표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1186434" cy="960120"/>
          </a:xfrm>
          <a:prstGeom prst="rect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73952" y="2075688"/>
            <a:ext cx="1040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USD/KRW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2450592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51826" y="1920240"/>
            <a:ext cx="1186434" cy="960120"/>
          </a:xfrm>
          <a:prstGeom prst="rect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824978" y="2075688"/>
            <a:ext cx="1040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10년물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824978" y="2450592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02852" y="1920240"/>
            <a:ext cx="1186434" cy="960120"/>
          </a:xfrm>
          <a:prstGeom prst="rect">
            <a:avLst/>
          </a:prstGeom>
          <a:solidFill>
            <a:srgbClr val="FFFFFF"/>
          </a:solidFill>
          <a:ln w="2222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9176004" y="2075688"/>
            <a:ext cx="1040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S&amp;P 500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76004" y="2450592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53878" y="1920240"/>
            <a:ext cx="1186434" cy="960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10527030" y="2075688"/>
            <a:ext cx="1040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VIX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27030" y="2450592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246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스트레스 점수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3703320"/>
            <a:ext cx="52395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400800" y="3703320"/>
            <a:ext cx="5239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0–100</a:t>
            </a:r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점</a:t>
            </a:r>
            <a:endParaRPr lang="en-US" sz="4400" dirty="0"/>
          </a:p>
        </p:txBody>
      </p:sp>
      <p:sp>
        <p:nvSpPr>
          <p:cNvPr id="34" name="Shape 32"/>
          <p:cNvSpPr/>
          <p:nvPr/>
        </p:nvSpPr>
        <p:spPr>
          <a:xfrm>
            <a:off x="6400800" y="4983480"/>
            <a:ext cx="1255014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400800" y="4983480"/>
            <a:ext cx="1255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28966" y="4983480"/>
            <a:ext cx="125501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7728966" y="4983480"/>
            <a:ext cx="1255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25–49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57132" y="4983480"/>
            <a:ext cx="1255014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9057132" y="4983480"/>
            <a:ext cx="1255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50–74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385298" y="4983480"/>
            <a:ext cx="125501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10385298" y="4983480"/>
            <a:ext cx="1255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75–100</a:t>
            </a:r>
            <a:endParaRPr lang="en-US" sz="1200" dirty="0"/>
          </a:p>
        </p:txBody>
      </p:sp>
      <p:sp>
        <p:nvSpPr>
          <p:cNvPr id="42" name="Rectangle 41"/>
          <p:cNvSpPr/>
          <p:nvPr/>
        </p:nvSpPr>
        <p:spPr>
          <a:xfrm>
            <a:off x="7251192" y="42976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79208" y="548640"/>
            <a:ext cx="658368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9208" y="54864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7조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429768"/>
            <a:ext cx="33467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334155"/>
                </a:solidFill>
                <a:latin typeface="Malgun Gothic"/>
                <a:ea typeface="Malgun Gothic"/>
              </a:rPr>
              <a:t>김종환 · 김태현 · 서수민 · 정혜지 · 송수원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및 구현 방향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금융지표를 점수화해 종합 위험단계를 보여주는 웹 대시보드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28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클라우드컴퓨팅실습 · 팀 과제 아이디어 공유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28232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점수 산식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지표 0~25점 × 4개 = 0~100점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32588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USD/KRW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788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상승률 · 상승할수록 스트레스 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32588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S&amp;P 500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하락률 · 하락할수록 스트레스 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3258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10년물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794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변화폭 · 급변할수록 스트레스 ↑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3258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97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VIX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297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수준 · 높을수록 스트레스 ↑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단계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339596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257800"/>
            <a:ext cx="1339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0–24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61388" y="5257800"/>
            <a:ext cx="133959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61388" y="5257800"/>
            <a:ext cx="1339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25–49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74136" y="5257800"/>
            <a:ext cx="1339596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74136" y="5257800"/>
            <a:ext cx="1339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50–74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86884" y="5257800"/>
            <a:ext cx="1339596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86884" y="5257800"/>
            <a:ext cx="13395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75–100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161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전일·1개월·3개월 변화는 화면에 함께 표시하되, 점수 계산은 1개월 기준으로 단순화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173736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구현 구조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766560" y="2286000"/>
            <a:ext cx="4873752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95160" y="22860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금융데이터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228600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Yahoo Finance · FRED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2798064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3035808"/>
            <a:ext cx="4873752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95160" y="30358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03580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 백엔드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3547872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66560" y="3785616"/>
            <a:ext cx="4873752" cy="512064"/>
          </a:xfrm>
          <a:prstGeom prst="rect">
            <a:avLst/>
          </a:prstGeom>
          <a:solidFill>
            <a:srgbClr val="E6F7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95160" y="37856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3785616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DB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0" y="4297680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766560" y="4535424"/>
            <a:ext cx="4873752" cy="512064"/>
          </a:xfrm>
          <a:prstGeom prst="rect">
            <a:avLst/>
          </a:prstGeom>
          <a:solidFill>
            <a:srgbClr val="FFF3E8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95160" y="4535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453542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화면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766560" y="5230368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 구성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766560" y="56235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66560" y="5623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지표 현황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936992" y="562356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936992" y="5623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변화율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24544" y="56235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924544" y="5623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스트레스 점수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460736" y="56235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460736" y="5623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데이터 출처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2026-09-28T06:08:21Z</dcterms:created>
  <dcterms:modified xsi:type="dcterms:W3CDTF">2026-09-28T06:08:21Z</dcterms:modified>
</cp:coreProperties>
</file>